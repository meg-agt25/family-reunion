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65100"/>
                </a:solidFill>
                <a:latin typeface="Verdana"/>
              </a:rPr>
              <a:t>TOGETHER AGAIN! · “HERE WE GO AGAIN… KICK’N IT WITH THE KINS!”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115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1B5E20"/>
                </a:solidFill>
                <a:latin typeface="Georgia"/>
              </a:rPr>
              <a:t>Harris-Nelson</a:t>
            </a:r>
            <a:br/>
            <a:r>
              <a:t>Family Reunion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6B6355"/>
                </a:solidFill>
                <a:latin typeface="Georgia"/>
              </a:rPr>
              <a:t>Our roots run deep — from Mississippi to Cleveland and beyond…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6355"/>
                </a:solidFill>
                <a:latin typeface="Verdana"/>
              </a:rPr>
              <a:t>Cleveland, Ohio · July 17–19, 2026 · hnfamilyreunion.com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TODAY'S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What We'll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1.  Welcome &amp; The Weekend at a Glance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2.  Our Family History &amp; Trivia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3.  Family Yearbook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4.  Reunion 2024 Memories — Cleveland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5.  Acknowledgments &amp; Accomplishments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6.  Family Superlatives — Cast Your Vote!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7.  Tribute to Loved Ones We've Lost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8.  Family Business: Financial Report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9.  Officers, Robert's Rules &amp; Our Constitution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10.  Board Recognition, Committees &amp; Sign-Ups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11.  Where We Meet Next — Location Vote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12.  Our New Website: hnfamilyreunion.com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13.  Getting Our Land Back — Where Is My Land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14.  Scholarship Fund for Our Descendants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15.  Helping Hands — Family Hardship Fund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16.  The Family Foundation — Our 501(c)(3)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17.  The Family Tree Project — Add Yourself!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18.  Closing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JULY 17–19, 2026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Weekend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FRIDAY 7/17 · 5–9 PM · Meet &amp; Greet / Fish Fry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Andrews Osborne Park (in back), 38575 Lakeshore Blvd, Willoughby OH 44094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any PREVIOUS reunion shirt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Pick up your 2026 shirt &amp; Clay's Park tickets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Courts, pool, playground, disc golf &amp; swings by the lake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SATURDAY 7/18 · 10 AM–3 PM · Family Fun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Clay's Park, 12951 Patterson St NW, North Lawrence OH 44666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the BEIGE/BURGUNDY 2026 reunion 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Water &amp; dry activities all day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PICTURE 11:30 AM at the pavilion — ALL attendees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SUNDAY 7/19 · 11 AM–3 PM · Brunch &amp; Farewell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SiteCenters, 3333 Richmond Rd, Beachwood OH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Wear WHITE top &amp; blue-jean bottom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Brunch 11:30 AM · family pictures 1:45 PM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Acknowledgments, next reunion, committee changes &amp; close-out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Shirts: $10 (2XL–4XL $15) — adult SM–4XL, youth SM–XL, toddler 6M–24M. Pick up Friday; wear Saturday.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Welcome to the Harris-Nelson Family Reunion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This reunion started when Mr. John Harris and Ms. Judy Bender united a long time ago. Both were born in the late 1800s — he was a farmer, and she was a homemaker.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21B"/>
                </a:solidFill>
                <a:latin typeface="Georgia"/>
              </a:rPr>
              <a:t>Their union brought forth six children, four boys and two girls: Gussy, Pasty, Josh, A.C., D.B., and Will Harris.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E65100"/>
                </a:solidFill>
                <a:latin typeface="Georgia"/>
              </a:rPr>
              <a:t>“As I call your name, please stand with your family!”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7D32"/>
                </a:solidFill>
                <a:latin typeface="Georgia"/>
              </a:rPr>
              <a:t>Why we gather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honor the people who got us here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make sure every branch knows every other branch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To pass the story — and the land, and the legacy — to the next generation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From One Union, Many Branches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1 · John Harris &amp; Judy Bender (born late 1800s) — six children: Gussy, Pasty, Josh, A.C., D.B., and Will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2 · Emma (Bently) Moncrief (1867–1954) &amp; Ed Moncrief had 16 children. Out of these 16, Mandy Moncrief (c. 1900–1986) was born. Mandy married Nelson Price (b. 1894) and blessed us with Lela Mae Price (July 16, 1922 – February 15, 1996).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3 · Lela Mae Price married Dennis Bernard “D.B.” Harris — three girls: Mary Nelson, Mildred Lucile Harris (1942–2012), Jessie Mae Harris-Moore. She later married Floyd Nelson and had six more children: James Edward, James Earl (mom liked the name James!), Floyd Nelson Jr, Mary Jane Harris (Gray), Mandy Louise Ellis, and the baby of the bunch, Shirley Harris.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4 · Charlie Nelson &amp; Mandy Harris brought forth two boys: Floyd Nelson (the oldest) and Joe Nelson. Joe married Oreatha Ward — four children: Doris Joe Smith, Mandy Mary Thomas, Charles Nelson, and the baby, Naiomi Matthews.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This family history was brought to you by Yours Truly — That Aunt 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OUR FAMILY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Nine Branches — Stand With Your Family!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Nelson</a:t>
            </a:r>
          </a:p>
          <a:p>
            <a:r>
              <a:rPr sz="1500">
                <a:solidFill>
                  <a:srgbClr val="E65100"/>
                </a:solidFill>
              </a:rPr>
              <a:t>8 children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Mildred Ellis</a:t>
            </a:r>
          </a:p>
          <a:p>
            <a:r>
              <a:rPr sz="1500">
                <a:solidFill>
                  <a:srgbClr val="E65100"/>
                </a:solidFill>
              </a:rPr>
              <a:t>6 children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7373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Jessie Moore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Edward</a:t>
            </a:r>
          </a:p>
          <a:p>
            <a:r>
              <a:rPr sz="1500">
                <a:solidFill>
                  <a:srgbClr val="E65100"/>
                </a:solidFill>
              </a:rPr>
              <a:t>5 children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James Earl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1089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Curtis</a:t>
            </a:r>
          </a:p>
          <a:p>
            <a:r>
              <a:rPr sz="1500">
                <a:solidFill>
                  <a:srgbClr val="E65100"/>
                </a:solidFill>
              </a:rPr>
              <a:t>4 children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Mary Jane Gray</a:t>
            </a:r>
          </a:p>
          <a:p>
            <a:r>
              <a:rPr sz="1500">
                <a:solidFill>
                  <a:srgbClr val="E65100"/>
                </a:solidFill>
              </a:rPr>
              <a:t>2 children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Mandy Ellis</a:t>
            </a:r>
          </a:p>
          <a:p>
            <a:r>
              <a:rPr sz="1500">
                <a:solidFill>
                  <a:srgbClr val="E65100"/>
                </a:solidFill>
              </a:rPr>
              <a:t>3 children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448056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5E20"/>
                </a:solidFill>
              </a:rPr>
              <a:t>Shirley Harris</a:t>
            </a:r>
          </a:p>
          <a:p>
            <a:r>
              <a:rPr sz="1500">
                <a:solidFill>
                  <a:srgbClr val="E65100"/>
                </a:solidFill>
              </a:rPr>
              <a:t>1 children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Every branch keeps growing — that's what the Family Tree Project is for!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LET'S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History Trivia 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Q1. Who founded this family, and what did he do for a living?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John Harris (m. Judy Bender) — a farmer; she was a homemaker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Q2. How many children did Emma &amp; Ed Moncrief have?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Sixteen!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Q3. What is Lela Mae Price's birthday?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July 16, 1922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Q4. Which two brothers share a first name — and why?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James Edward &amp; James Earl — mom just liked the name James!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6002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Q5. Who is “the baby of the bunch”?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Shirley Harris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Q6. Joe Nelson married whom?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Oreatha Ward — 4 children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Q7. Which branch has the most children?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Mary Nelson's, with 8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6221B"/>
                </a:solidFill>
                <a:latin typeface="Georgia"/>
              </a:rPr>
              <a:t>Q8. In what year did Mary marry Willie Nelson?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E65100"/>
                </a:solidFill>
                <a:latin typeface="Georgia"/>
              </a:rPr>
              <a:t>      A: 1957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KEEPSAKE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Yearbook 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Portraits, superlatives, branch pages, recipes &amp; the year's biggest moments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Submit photos &amp; captions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Photographer &amp; videographer shoot portraits at reunion events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• Recipe/cookbook section — bring your best dish AND the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Yearbook links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preview post (X): x.com/tendin2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Yearbook &amp; history working doc: Google Docs (link on the website)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Photos &amp; stories album: the family Canva album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REUNION 2024 · CLEVELAND, OHIO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“We All We Got… We All We Need!” 📸</a:t>
            </a:r>
          </a:p>
        </p:txBody>
      </p:sp>
      <p:pic>
        <p:nvPicPr>
          <p:cNvPr id="4" name="Picture 3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2556433" cy="1600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6" name="Picture 5" descr="1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1737360"/>
            <a:ext cx="2556433" cy="1600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8" name="Picture 7" descr="4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7" y="1737360"/>
            <a:ext cx="2556433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pic>
        <p:nvPicPr>
          <p:cNvPr id="10" name="Picture 9" descr="10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5181" y="1737360"/>
            <a:ext cx="2556433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383279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caption]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▶ Watch the full slideshow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All 123 slides play fullscreen on the Photos page of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Put it on the big screen during dinner!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93192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Add to next year's show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Send this weekend's photos to harrisnelsonfamilyreunion@gmail.com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Photography Committee builds the next slideshow &amp; yearbook from what you send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CELEBRATE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Acknowledgments — Congratulations, Class of 2026! 🎓</a:t>
            </a:r>
          </a:p>
        </p:txBody>
      </p:sp>
      <p:pic>
        <p:nvPicPr>
          <p:cNvPr id="4" name="Picture 3" descr="grad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51" y="1645920"/>
            <a:ext cx="1789684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grad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978" y="1645920"/>
            <a:ext cx="1789684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68107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grad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1005" y="1645920"/>
            <a:ext cx="1789684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96134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grad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32" y="1645920"/>
            <a:ext cx="1789684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24161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grad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0691" y="1645920"/>
            <a:ext cx="1902420" cy="23774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52188" y="4069080"/>
            <a:ext cx="199942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1091153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Also celebrating: [new babies] · [weddings &amp; anniversaries] · [promotions, retirements &amp; new businesses] · [military service, awards &amp; honors] · [our elders present today]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above with each graduate's name and school. Send accomplishments to harrisnelsonfamilyreunion@gmail.com for the yearbook.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STRAIGHT FROM THE FAMILY QUESTIONNAIRE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You Talked, We Listened 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🌟 Shine 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— first college degree in her grandmother's family; NuLife Fitness Camp turns 20 (Mar 2026); Juicy Vegan; property owner since 2021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— homeowner at 24 (May 2026)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Denisha — RN for 10 years, NP in progress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Dennis Jr. — serves special-needs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😄 Did you know…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Nyeri is our resident makeup artist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Lovie reps us in Cincinnati — and Delta Sigma Theta Sorority, Inc.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Mary Jane loves to fish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Miesha researched the census from when Grandma Lela Mae was a baby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🗳 What y'all want next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participants — every branch in the building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More creative ways to showcase our history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Skits from the youth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 destination reunion — 'a 1-hour trip'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Keep the competitions coming!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From the 2026 Family Questionnaire (7 responses so far). Genealogy answers went straight to the Historian for the family tree.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REAL TALK ·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115 of Us Showed Up. 7 Filled Out the Questionnaire. 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≈115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Family members at Reunion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E65100"/>
                </a:solidFill>
                <a:latin typeface="Georgia"/>
              </a:rPr>
              <a:t>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Questionnaire responses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B71C1C"/>
                </a:solidFill>
                <a:latin typeface="Georgia"/>
              </a:rPr>
              <a:t>6%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Our participation rate, family…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Who showed up vs. who spoke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Attended Reunion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39" y="3063240"/>
            <a:ext cx="228600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23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≈115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Serving on the board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39" y="3401568"/>
            <a:ext cx="16002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Filled out the questionnaire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39" y="3739896"/>
            <a:ext cx="13716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223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974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B5E20"/>
                </a:solidFill>
                <a:latin typeface="Georgia"/>
              </a:rPr>
              <a:t>Seats filled vs. seats we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266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Board seats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3063240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3063240"/>
            <a:ext cx="140909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0192" y="302666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8/12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6499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chairs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401568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3920" y="3401568"/>
            <a:ext cx="189280" cy="2011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0192" y="336499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1/11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703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355"/>
                </a:solidFill>
                <a:latin typeface="Verdana"/>
              </a:rPr>
              <a:t>Committee members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0" y="3739896"/>
            <a:ext cx="2103120" cy="201168"/>
          </a:xfrm>
          <a:prstGeom prst="rect">
            <a:avLst/>
          </a:prstGeom>
          <a:solidFill>
            <a:srgbClr val="EEE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370332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26221B"/>
                </a:solidFill>
                <a:latin typeface="Verdana"/>
              </a:rPr>
              <a:t>0/~33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5486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Georgia"/>
              </a:rPr>
              <a:t>Why it matters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The yearbook, tree poster, acknowledgments &amp; trivia were ALL built from those 7 responses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Imagine what we could show with 115 — your history dies untold if you don't tell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6052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71C1C"/>
                </a:solidFill>
                <a:latin typeface="Georgia"/>
              </a:rPr>
              <a:t>The plea 🙏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Before you leave Sunday: fill out the questionnaire — phone, paper, or grab a grandchild to type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Join a committee — 9 chairs and every membership seat still open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6221B"/>
                </a:solidFill>
                <a:latin typeface="Georgia"/>
              </a:rPr>
              <a:t>• Add yourself to the family tree; send photos to the family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 for the next reunion: 100+ questionnaire responses. The Membership Chair (voting today!) will be on all of us about it — lovingly.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ALBUM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Throwbacks &amp; Treasures 💾</a:t>
            </a:r>
          </a:p>
        </p:txBody>
      </p:sp>
      <p:pic>
        <p:nvPicPr>
          <p:cNvPr id="4" name="Picture 3" descr="album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574" y="1600200"/>
            <a:ext cx="2121444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6" name="Picture 5" descr="album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885" y="1600200"/>
            <a:ext cx="197089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5113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8" name="Picture 7" descr="album-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919" y="1600200"/>
            <a:ext cx="1970890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0147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0" name="Picture 9" descr="album-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2473" y="1600200"/>
            <a:ext cx="1961849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95181" y="365760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2" name="Picture 11" descr="album-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664" y="4069080"/>
            <a:ext cx="1967264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4" name="Picture 13" descr="album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6156" y="4069080"/>
            <a:ext cx="1514348" cy="2011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25113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6" name="Picture 15" descr="album-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7110" y="4069080"/>
            <a:ext cx="942509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0147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pic>
        <p:nvPicPr>
          <p:cNvPr id="18" name="Picture 17" descr="album-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67558" y="4069080"/>
            <a:ext cx="2011680" cy="2011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181" y="6126480"/>
            <a:ext cx="255643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Verdana"/>
              </a:rPr>
              <a:t>[Add 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Edit the [Add name] boxes with who's who — these photos also live on the website's Photos page.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VOTE ALL WEEKEND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Family Superlatives 🏅 — Cast Your Vote!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😂 The Fun Ones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Dressed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Life of the Party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Dancer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Loudest Laugh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Most Likely to Be 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🍗 The Skills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Cook / Best Dish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Grill Master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Best Card/Domino Player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Spades Champion's Table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MVP of the Family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💛 The Heart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Family Glue Award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Traveled the Farthest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Eldest &amp; Youngest Present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Biggest Branch in Attendance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Legacy Keeper (history &amp; stories)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Friday at check-in · voting closes Saturday 6 PM · one ballot per person · Hospitality counts · winners crowned at Sunday brunch.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1D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D58A"/>
                </a:solidFill>
                <a:latin typeface="Verdana"/>
              </a:rPr>
              <a:t>IN LOVING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5D58A"/>
                </a:solidFill>
                <a:latin typeface="Georgia"/>
              </a:rPr>
              <a:t>A Tribute to Those We've Lost 🕊️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ABFA8"/>
                </a:solidFill>
                <a:latin typeface="Georgia"/>
              </a:rPr>
              <a:t>They are not gone — they are the roots beneath everything we do today. Please stand with us for a moment of silence.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We remember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[Add the names of loved ones lost, with branch and years]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92608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D58A"/>
                </a:solidFill>
                <a:latin typeface="Georgia"/>
              </a:rPr>
              <a:t>Candle-lighting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Georgia"/>
              </a:rPr>
              <a:t>One representative from each of the nine branches lights a candle as their branch's names are read aloud.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48A75"/>
                </a:solidFill>
                <a:latin typeface="Verdana"/>
              </a:rPr>
              <a:t>A memorial page in the yearbook and on the website keeps their stories alive.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115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Georgia"/>
              </a:rPr>
              <a:t>Family 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D9E7D9"/>
                </a:solidFill>
                <a:latin typeface="Georgia"/>
              </a:rPr>
              <a:t>Finances · Governance · Committees · Website · Land · Scholarships · Foundation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FINANCIAL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the Money Stands 💵  (as of July 13,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B5E20"/>
                </a:solidFill>
                <a:latin typeface="Georgia"/>
              </a:rPr>
              <a:t>$5,540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collected · 115 attending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E65100"/>
                </a:solidFill>
                <a:latin typeface="Georgia"/>
              </a:rPr>
              <a:t>$1,675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Dues still outstanding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600200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B71C1C"/>
                </a:solidFill>
                <a:latin typeface="Georgia"/>
              </a:rPr>
              <a:t>$410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Georgia"/>
              </a:rPr>
              <a:t>Projected shortfall — let's close it!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880360"/>
          <a:ext cx="10698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828800"/>
                <a:gridCol w="3931920"/>
              </a:tblGrid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Expense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Amount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pavilion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3/13/26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Friday pavilion (Andrews Osborne)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PAID 3/1/26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Clay's Park tickets — 93 @ 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banquet space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Sunday brunch catering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$1,734 paid · $866.75 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Estimated food — Fri / Sat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$2,200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21B"/>
                          </a:solidFill>
                        </a:rPr>
                        <a:t>Due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$7,625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21B"/>
                          </a:solidFill>
                        </a:rPr>
                        <a:t>$2,499 paid · $5,127 remaining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Dues total expected: $7,215. Dues: $125 single (or w/ 1 minor) · $175 single + guest/college student · $225 family of 3+. See the Treasurer for your balance.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How We'll Govern Going Forward 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1732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194560"/>
                <a:gridCol w="5852160"/>
              </a:tblGrid>
              <a:tr h="37279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Officer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Core duty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Miesha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Presides, sets agenda, speaks for the family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Vice President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Shirley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Presides in absence; oversees committee chairs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Marcelette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Minutes; TAKES ATTENDANCE; records, correspondence &amp; notices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Treasurer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Jasmine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Holds funds, pays approved expenses, reports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Financial Secretary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Aunt Vanessa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Records all money in, issues receipts, tracks dues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Shone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History, archives, yearbook, family tree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Hospitality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Loretta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the COURTESY COMMITTEE: welcome, elders' care, tables &amp; ushers, birthdays &amp; accomplishments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Sergeant-at-Arms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Joseph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Keeps order; GUARDS THE DOOR (assisted by the Doorkeeper); safety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Membership roll &amp; recruitment; matches volunteers to committees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Parliamentarian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Advises on Robert's Rules; rules on points of order; CHAIRS THE PROTOCOL COMMITTEE</a:t>
                      </a:r>
                    </a:p>
                  </a:txBody>
                  <a:tcPr/>
                </a:tc>
              </a:tr>
              <a:tr h="37279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Doorkeeper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Assists the Sergeant-at-Arms: door check-in, controls entry during votes, carries messages</a:t>
                      </a:r>
                    </a:p>
                  </a:txBody>
                  <a:tcPr/>
                </a:tc>
              </a:tr>
              <a:tr h="37280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Meditation Chair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6221B"/>
                          </a:solidFill>
                        </a:rPr>
                        <a:t>[Open — vote today]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21B"/>
                          </a:solidFill>
                        </a:rPr>
                        <a:t>Leads prayers &amp; prayer requests; delivers the condolences report; memorials with Services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Our written Constitution &amp; Bylaws (Robert's Rules as parliamentary authority) is ready for adoption at this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Give Our Board &amp; Committee Members Their Flowers 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Our current board — thank you!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Miesha —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Shirley — Vice President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Marcelette —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Jasmine — Treasurer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Aunt Vanessa — Financial Secretary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Shone — Historian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Loretta — Hospitality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Joseph — Sergeant-at-Arms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Our committee members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[Add the names of everyone currently serving on a committee — they get recognized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We need YOU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Four new board seats, open for votes today: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MEMBERSHIP CHAIR — roll &amp; recruitment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PARLIAMENTARIAN — Robert's Rules + Protocol Committee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DOORKEEPER — assists the Sergeant-at-Arms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MEDITATION CHAIR — prayers &amp; condolences report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MEMBERS — every committee needs 2–5 members to assist its chair; no chair should carry a committee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Membership Chair keeps the family roll, welcomes new members, and matches volunteers to committees. The Secretary is taking nominations right now.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Robert's Rules of Order + Our Constitution 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Meetings stay fair, short &amp; drama-free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Quorum — minimum members present to conduct business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Motion — “I move that we…” puts an idea on the floor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Second — one member seconds to open discussion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Discussion — the chair recognizes speakers in turn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Vote — majority carries; the Secretary records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Cheat sheet — what do I say?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Propose → “I move that…”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Support → “Second!”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Change wording → “I move to amend…”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End debate → “I move the previous question”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Wrap up → “I move to adjourn”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Motion on today's agenda: adopt the Harris-Nelson Constitution &amp; Bylaws — membership, officers &amp; terms, quorum, dues, committees, amendments.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OPEN SEATS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Nine Committee Chairs Still Need a Name Next to Them 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🏈 Sports / Games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tournaments, kids' games, family Olympics, spades &amp; dominoes brackets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🎶 Music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DJ &amp; playlists, line-dance sets, old-school hour, banquet music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002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🍽 Food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caterers, menus, the cookout &amp; potluck, family cookbook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🦺 Safety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first aid, headcounts, weather plans — with the Sergeant-at-Arms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🙏 Services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Sunday worship, memorial tribute, elder care — with the Meditation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9718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📸 Photography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photographer &amp; videographer, branch portraits, yearbook 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💝 Philanthropy &amp; Fundraising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fundraisers for all three funds; scholarship &amp; hardship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🗓 Planning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dates, venues, decade planning, budgets,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43400"/>
            <a:ext cx="3566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E65100"/>
                </a:solidFill>
                <a:latin typeface="Georgia"/>
              </a:rPr>
              <a:t>💻 Technology Chair — OPEN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Georgia"/>
              </a:rPr>
              <a:t>hnfamilyreunion.com, online payments &amp; shirts, tree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Courtesy (Loretta) and Protocol (Parliamentarian) are covered. Chairs appointed by the President, confirmed by member vote — raise your hand or check 'I want to chair' on the sign-up form.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COMMITTEES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Committees Need Chairs — That Means YOU 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🏈 Sports / Games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59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🎶 Music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55448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🍽 Food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🦺 Safety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59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🙏 Services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317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📸 Photography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💝 Philanthropy &amp; Fundraising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🗓 Planning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10896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💻 Technology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💐 Courtesy (led by the Hospitality Chair)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388620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>
                <a:solidFill>
                  <a:srgbClr val="1B5E20"/>
                </a:solidFill>
                <a:latin typeface="Georgia"/>
              </a:rPr>
              <a:t>📜 Protocol (chaired by the Parliamentarian)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355"/>
                </a:solidFill>
                <a:latin typeface="Georgia"/>
              </a:rPr>
              <a:t>Chair: [sign up] · Members: [sign up]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006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How committees operate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Chairs appointed by the President, confirmed by member vote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Meet monthly · report to the Vice President · 3-minute report each meeting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Budget requests in writing to the Treasurer BEFORE spending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80060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Three ways to sign up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Paper sheets at the welcome table (write your name under Chair or Member)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Online: Committee Sign-Up form on hnfamilyreunion.com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Right now: raise your hand when your committee is called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DECADE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Where We Meet Next 🗺 — Halfway Between Jackson, MS &amp; Cleveland, OH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6355"/>
                </a:solidFill>
                <a:latin typeface="Georgia"/>
              </a:rPr>
              <a:t>The drive is ~930 miles, so the halfway point lands around Nashville, TN / Bowling Green, 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🎯 At the halfway mark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Montgomery Bell State Park — Burns, TN: 117 lakefront lodge rooms, 7,000+ sq ft event space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Barren River Lake State Resort Park — Bowling Green, KY: banquet room seats 224–400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21945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🚗 Along the route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Kentucky Dam Village State Resort Park — Gilbertsville, KY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General Butler State Resort Park — off I-71, Louisville↔Cincinnati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Brown County / Abe Martin Lodge — IN (indoor water park!)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Hueston Woods Lodge — College Corner, OH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1945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🏙 Closer to Cleveland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Salt Fork State Park Lodge — Lore City,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Punderson Manor Lodge — Newbury, OH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The Lodge at Geneva-on-the-Lake — Lake Erie shore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Planning Committee gets group-rate quotes from the top three picks; we choose by member vote. Decade planning = we rotate.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Our New Home Online: hnfamilyreunion.com 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Georgia"/>
              </a:rPr>
              <a:t>Everything reunion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Announcements &amp; event schedule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history &amp; photo gallery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2024 slideshow &amp; yearbook archive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Memorial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E65100"/>
                </a:solidFill>
                <a:latin typeface="Georgia"/>
              </a:rPr>
              <a:t>Payments &amp; shop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Registration &amp; dues online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T-shirt orders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Donations to the Land &amp; Scholarship funds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B71C1C"/>
                </a:solidFill>
                <a:latin typeface="Georgia"/>
              </a:rPr>
              <a:t>Get involved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Committee &amp; chair sign-up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Superlatives voting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Family tree submission form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21B"/>
                </a:solidFill>
                <a:latin typeface="Georgia"/>
              </a:rPr>
              <a:t>• Contact the officers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The Technology Committee launches from starter code already written (in the family GitHub repo). Payments run through Zelle/Cash App and a secure processor — we never store card numbers.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OUR 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Getting Our Family Land Back 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21B"/>
                </a:solidFill>
                <a:latin typeface="Georgia"/>
              </a:rPr>
              <a:t>We are partnering with Where Is My Land (whereismyland.com) — an organization that helps Black families research, document, and reclaim land that was taken from them.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Step 1: gather deeds, tax records &amp; oral history</a:t>
            </a:r>
            <a:br/>
            <a:r>
              <a:t>Step 2: fund the RETAINER through reunion fundraising</a:t>
            </a:r>
            <a:br/>
            <a:r>
              <a:t>Step 3: family volunteers support the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64592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How fundraising is split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🏡 A share of every fundraiser → the land-back fund (retainer + renovation &amp; revitalization of our land)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🛠 A share → the OPERATING FUND (strictly operating costs: website hosting, printing, permits + seed money for future reunions)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🎓 A share → the scholarship fund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Exact percentages set by member vote today — chair, entertain a motion!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If our claim succeeds, recovered land/proceeds are stewarded by the family foundation.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EDUCATION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Harris-Nelson Scholarship Fund 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A scholarship for descendants of our ancestors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Who: any descendant enrolled (or enrolling) in an accredited program — college, trade school, certifications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How: short application + one-page essay on what family legacy means to you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Selection: Philanthropy &amp; Fundraising Committee reviews; officers ratify; awarded at the banquet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71C1C"/>
                </a:solidFill>
                <a:latin typeface="Georgia"/>
              </a:rPr>
              <a:t>How we'll fund 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set share of all reunion fundraising (vote today)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Dedicated fundraisers: raffle, fish fry, walk-a-thon, souvenirs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 giving — in honor or in memory of a loved one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Tax-deductible once the 501(c)(3) is approved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Goal: award our first scholarship(s) at the next reunion.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NEW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Helping Hands — the Family Hardship Fund 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  <a:latin typeface="Georgia"/>
              </a:rPr>
              <a:t>Who can apply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Any descendant, spouse/partner, or child (minors via a guardian) — or apply on behalf of a relative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Hardship within the past 12 months: medical, job loss, housing/disaster, funeral, caregiving, education emergency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One award per household per cycle; dues status does NOT affect eligibility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64592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E65100"/>
                </a:solidFill>
                <a:latin typeface="Georgia"/>
              </a:rPr>
              <a:t>How the recipient is chosen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Confidential application → Philanthropy &amp; Fundraising Committee scores it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Rubric: severity &amp; urgency 40% · impact 30% · clarity &amp; completeness 20% · discretion 10%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3+ independent scorers; household conflicts recuse; officers ratify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Recipient may stay ANONYMOUS — always their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B71C1C"/>
                </a:solidFill>
                <a:latin typeface="Georgia"/>
              </a:rPr>
              <a:t>Deadlines each cycle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Applications open January 1 of the reunion year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Deadline: 30 days before the reunion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Committee scores by 14 days out; officers ratify by 7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6221B"/>
                </a:solidFill>
                <a:latin typeface="Georgia"/>
              </a:rPr>
              <a:t>• Award presented at Sunday brunch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Apply at hnfamilyreunion.com (Hardship Fund page) or on paper from any officer. Award amount set by the Treasurer's budget each cycle — funded from the fundraising split.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FAMILY BUSINESS · 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Starting Our Family Foundation — a 501(c)(3) 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The process (next few months)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1: choose the name, elect the founding board, draft bylaws &amp; conflict-of-interest policy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1–2: file Articles of Incorporation; get an EIN (free, IRS.gov)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2–3: file IRS Form 1023-EZ (if eligible) or Form 1023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Month 3+: state charity registration, bank account, annual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Foundation board (to be elected)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Chair · Vice Chair · Board Secretary · Board Treasurer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3–5 at-large directors — one from each generation if we can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Its own body with its own votes, separate from reunion officers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Board meets quarterly; minutes published to the family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91072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355"/>
                </a:solidFill>
                <a:latin typeface="Verdana"/>
              </a:rPr>
              <a:t>Nominations open today — see the Secretary. Already raised their hands on the questionnaire: Toni Nelson &amp; Dennis Derrick Jr. We ratify the founding board by motion and vote.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ALL WEEKEND LONG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The Family Tree Project — Add Yourself! 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2E7D32"/>
                </a:solidFill>
                <a:latin typeface="Georgia"/>
              </a:rPr>
              <a:t>Four easy steps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Stop by the Family Tree table (or scan the QR code)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Fill out the short form — name, birthday, parents, branch, children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The Historian (Shone) adds you to the Ancestry tree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A large family tree poster gets printed with EVERYONE listed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5100"/>
                </a:solidFill>
                <a:latin typeface="Georgia"/>
              </a:rPr>
              <a:t>Ways to submit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Online: the Family Tree Google Form, or the matching form on hnfamilyreunion.com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Paper: forms at the Family Tree table all weekend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21B"/>
                </a:solidFill>
                <a:latin typeface="Georgia"/>
              </a:rPr>
              <a:t>• Bring old photos, obituaries, bibles, deeds — we scan them on the spot (you keep the originals)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65100"/>
                </a:solidFill>
                <a:latin typeface="Verdana"/>
              </a:rPr>
              <a:t>KEEP THESE HANDY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B5E20"/>
                </a:solidFill>
                <a:latin typeface="Georgia"/>
              </a:rPr>
              <a:t>All the Links 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731520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>
                    <a:solidFill>
                      <a:srgbClr val="1B5E2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hnfamilyreunion.com (launching soon)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Zelle (dues &amp; shirts)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Joseph Nelson — harrisnelsonfamilyreunion@gmail.com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Cash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Miesha Wilson — $mieshanulife06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Yearbook 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x.com/tendin2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History &amp; yearbook doc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Docs (link on the website)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Photos &amp; stories album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canva.link/fqxj2trjluu9fl5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Family tree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Google Form (QR at the Family Tree table)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6221B"/>
                          </a:solidFill>
                        </a:rPr>
                        <a:t>Land-back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21B"/>
                          </a:solidFill>
                        </a:rPr>
                        <a:t>whereismyland.com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1B5E20"/>
                </a:solidFill>
                <a:latin typeface="Georgia"/>
              </a:rPr>
              <a:t>We Are the Harvest</a:t>
            </a:r>
            <a:br/>
            <a:r>
              <a:t>of Their Planting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6355"/>
                </a:solidFill>
                <a:latin typeface="Georgia"/>
              </a:rPr>
              <a:t>Sign a form. Chair a committee. Add your branch to the tree.</a:t>
            </a:r>
            <a:br/>
            <a:r>
              <a:t>See you at the next reunion — bigger, better, and on our own land.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6355"/>
                </a:solidFill>
                <a:latin typeface="Verdana"/>
              </a:rPr>
              <a:t>Harris-Nelson Family Reunion · hnfamilyreunion.com · harrisnelsonfamilyreunion@gmail.com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