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hnfamilyreunion.com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Board Recognition, Committees &amp;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hnfamilyreunion.com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Helping Hands — Family Hardship Fund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18.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(in back),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10 AM–3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STRAIGHT FROM THE FAMILY QUESTIONNAIRE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You Talked, We Listened 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🌟 Shine on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— first college degree in her grandmother's family; NuLife Fitness Camp turns 20 (Mar 2026); Juicy Vegan; property owner since 2021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— homeowner at 24 (May 2026)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Denisha — RN for 10 years, NP in progress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Dennis Jr. — serves special-needs students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Marcelette — Virginia State '12, Master's from WashU St. Louis '17 (Alpha Kappa Alpha)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😄 Did you know…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Nyeri is our resident makeup artist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reps us in Cincinnati — and Delta Sigma Theta Sorority, Inc.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Mary Jane loves to fish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researched the census from when Grandma Lela Mae was a baby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Everyone in Marcelette's house has an M name — including the dogs, Mitchell &amp; Maximus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🗳 What y'all want next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participants — every branch in the building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creative ways to showcase our history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Skits from the youth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 destination reunion — 'a 1-hour trip'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Keep the competitions coming!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From the 2026 Family Questionnaire (8 responses so far). Genealogy answers went straight to the Historian for the family tree.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REAL TALK ·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115 of Us Showed Up. 8 Filled Out the Questionnaire. 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≈115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Family members at Reunion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E65100"/>
                </a:solidFill>
                <a:latin typeface="Georgia"/>
              </a:rPr>
              <a:t>8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Questionnaire responses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B71C1C"/>
                </a:solidFill>
                <a:latin typeface="Georgia"/>
              </a:rPr>
              <a:t>7%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Our participation rate, family…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Who showed up vs. who spoke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Attended Reunion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39" y="3063240"/>
            <a:ext cx="228600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23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≈115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Serving on the board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39" y="3401568"/>
            <a:ext cx="16002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Filled out the questionnaire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39" y="3739896"/>
            <a:ext cx="16002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223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Seats filled vs. seats we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266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Board seats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3063240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3063240"/>
            <a:ext cx="140909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01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8/12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649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chairs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401568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3920" y="3401568"/>
            <a:ext cx="18928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1/11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703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members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739896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0/~33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Why it matters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The yearbook, tree poster, acknowledgments &amp; trivia were ALL built from those 8 responses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Imagine what we could show with 115 — your history dies untold if you don't tell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6052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The plea 🙏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Before you leave Sunday: fill out the questionnaire — phone, paper, or grab a grandchild to type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Join a committee — 9 chairs and every membership seat still open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Add yourself to the family tree; send photos to the family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 for the next reunion: 100+ questionnaire responses. The Membership Chair (voting today!) will be on all of us about it — lovingly.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3727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Minutes; TAKES ATTENDANCE; records, correspondence &amp; notices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Hospitality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the COURTESY COMMITTEE: welcome, elders' care, tables &amp; ushers, birthdays &amp; accomplishments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Keeps order; GUARDS THE DOOR (assisted by the Doorkeeper); safety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roll &amp; recruitment; matches volunteers to committees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Parliamentarian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Advises on Robert's Rules; rules on points of order; CHAIRS THE PROTOCOL COMMITTEE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Doorkeeper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Assists the Sergeant-at-Arms: door check-in, controls entry during votes, carries messages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Meditation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prayers &amp; prayer requests; delivers the condolences report; memorials with Services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Give Our Board &amp; Committee Members Their Flowers 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Our current board — thank you!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Miesha —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Shirley — Vice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Marcelette —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Jasmine — Treasurer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Vanessa — Financial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Shone — Historian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Loretta — Hospitality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Joseph — Sergeant-at-Arms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Our committee members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[Add the names of everyone currently serving on a committee — they get recognized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We need YOU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Four new board seats, open for votes today: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MEMBERSHIP CHAIR — roll &amp; recruitment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PARLIAMENTARIAN — Robert's Rules + Protocol Committee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DOORKEEPER — assists the Sergeant-at-Arms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MEDITATION CHAIR — prayers &amp; condolences 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MEMBERS — every committee needs 2–5 members to assist its chair; no chair should carry a committee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Membership Chair keeps the family roll, welcomes new members, and matches volunteers to committees. The Secretary is taking nominations right now.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OPEN SEATS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Nine Committee Chairs Still Need a Name Next to Them 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🏈 Sports / Games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tournaments, kids' games, family Olympics, spades &amp; dominoes brackets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🎶 Music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DJ &amp; playlists, line-dance sets, old-school hour, banquet music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🍽 Food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caterers, menus, the cookout &amp; potluck, family cookbook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🦺 Safety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first aid, headcounts, weather plans — with the Sergeant-at-Arms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🙏 Services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Sunday worship, memorial tribute, elder care — with the Meditation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📸 Photography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photographer &amp; videographer, branch portraits, yearbook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💝 Philanthropy &amp; Fundraising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fundraisers for all three funds; scholarship &amp; hardship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🗓 Planning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dates, venues, decade planning, budgets,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💻 Technology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hnfamilyreunion.com, online payments &amp; shirts, tree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Courtesy (Loretta) and Protocol (Parliamentarian) are covered. Chairs appointed by the President, confirmed by member vote — raise your hand or check 'I want to chair' on the sign-up form.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💐 Courtesy (led by the Hospitality Chair)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📜 Protocol (chaired by the Parliamentarian)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006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hnfamilyreunion.com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hnfamilyreunion.com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fund (retainer + renovation &amp; revitalization of our land)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🛠 A share → the OPERATING FUND (strictly operating costs: website hosting, printing, permits + seed money for future reunions)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NEW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Helping Hands — the Family Hardship Fund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Who can apply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Any descendant, spouse/partner, or child (minors via a guardian) — or apply on behalf of a relative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Hardship within the past 12 months: medical, job loss, housing/disaster, funeral, caregiving, education emergency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One award per household per cycle; dues status does NOT affect eligibility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How the recipient is chosen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Confidential application → Philanthropy &amp; Fundraising Committee scores 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Rubric: severity &amp; urgency 40% · impact 30% · clarity &amp; completeness 20% · discretion 10%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3+ independent scorers; household conflicts recuse; officers ratify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Recipient may stay ANONYMOUS — always their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Deadlines each cycle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Applications open January 1 of the reunion year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Deadline: 30 days before the reunion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scores by 14 days out; officers ratify by 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Award presented at Sunday brunch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Apply at hnfamilyreunion.com (Hardship Fund page) or on paper from any officer. Award amount set by the Treasurer's budget each cycle — funded from the fundraising split.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Already raised their hands on the questionnaire: Toni Nelson, Dennis Derrick Jr. &amp; Marcelette We ratify the founding board by motion and vote.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hnfamilyreunion.com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hnfamilyreunion.com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